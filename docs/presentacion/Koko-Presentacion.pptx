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Presentarse: nombres, materia y qué es Koko en una frase. "Koko es una app comunitaria para las mascotas de Orán: perdidas, adopción, veterinarias, chapa QR, denuncias y casos urgentes en un solo lugar."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Orán todo pasa por grupos de WhatsApp y Facebook: cuando se pierde una mascota la información se dispersa, no se puede buscar ni ubicar en un mapa, y desaparece en horas. Quien encuentra un animal sin chapa no tiene a quién llamar. No hay directorio de veterinarias de turno. Las denuncias no tienen seguimiento. Los rescatistas juntan plata por cadenas de mensajes.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general: una aplicación web, accesible desde el celular, que centralice la gestión de mascotas en Orán. Seis módulos, más comunidad (chat y alertas) y seguridad (cada uno edita solo lo suyo).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Relevamos 51 requisitos funcionales, 21 no funcionales y 11 de datos. Cada requisito tiene prioridad, estado real (implementado, parcial, pendiente) y el archivo del código que lo resuelve: la documentación describe el sistema tal como está. Destacar los no funcionales de seguridad: RLS en todas las tablas y autoría asignada por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actores: visitante, usuario registrado, veterinario, administrador, más Supabase y Stripe como sistemas externos. 25 casos de uso; mostramos los dos principales: publicar mascota perdida (CU-05) y reportar avistamiento sin cuenta (CU-07). El visitante puede hacer mucho sin registrarse: es una decisión de diseño para bajar la barrera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Clases del dominio (izquierda): Perfil publica MascotaPerdida, AnimalAdopcion y registra MascotaIdentificada; los avistamientos son una composición dentro de la publicación. Secuencia (derecha): "La vi" llama a una función SECURITY DEFINER en la base, porque la política de la tabla solo deja actualizar al dueño; la función valida y agrega el avistamiento. Mencionar que hay 13 diagramas en total: componentes, 3 de clases, 4 de secuencia, 3 de flujo y 2 de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en Supabase, 10 tablas con UUID. Decisiones: listas cortas como JSONB (avistamientos, necesidades, horarios) porque siempre se leen con su publicación y tienen tope; estados como texto con CHECK; seguridad a nivel de fila en todas las tablas, con la autoría asignada por DEFAULT auth.uid(). Siete funciones y triggers hacen lo que necesita privilegios: alta de perfil, avistamientos, código de seguimiento, notificación de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Frontend: React 18 con Vite, Tailwind y shadcn/ui, React Router, TanStack Query, react-hook-form con Zod, Leaflet para mapas, qrcode para el QR generado en el dispositivo. Backend: Supabase (PostgreSQL 17, Auth, Storage, Edge Functions). Calidad: ESLint, Vitest, GitHub con ramas y Pull Requests. Sin servidor propio: la app usa la clave pública y la seguridad vive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 con fechas reales del repositorio. Inicio en junio: migrar el prototipo de Base44 a Supabase. Elaboración hasta el 3 de agosto: requisitos, esquema, seguridad RLS, tests y flujo de trabajo. Construcción hasta el 21 de agosto: capa de datos, autoría, avistamientos en el mapa, PWA. Transición: documentación, corrección de brechas, pruebas de aceptación, publicación y esta defensa. Ocho semanas efectivas.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demo (4 minutos), desde el celular con la cuenta admin y una pestaña sin sesión:
1. Sin sesión: Mascotas perdidas → Mapa → tocar "La vi" en Toby, cargar un avistamiento con ubicación → aparece en el mapa.
2. Con sesión: Reportar mascota perdida con foto de la cámara.
3. ID Digital: ver el QR de Kiara, "Ver ficha" → ficha pública con alergias.
4. Denuncias: Seguir denuncia con el código 3611F2CD.
5. Panel Admin → Veterinarias → Aprobar "Consultorio Dra. Méndez" → aparece en el directorio.
6. Campana: notificaciones de las respuestas del chat.
Si falla la conexión: reproducir docs/video/koko-demo.mp4.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honestos con lo que falta: lo documentamos como "parcial" o "pendiente" en la Etapa 2. Lo próximo es habilitar el pago con tarjeta (falta el webhook que actualiza lo recaudado), tiempo real para chat y notificaciones, que el dueño marque su mascota como encontrada, estados de adopción, búsqueda por texto y login con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aprendimos: la seguridad no se puede dejar para el final (la migración desde Base44 dejó la autoría sin asignar y ningún dueño podía editar lo suyo); una base compartida exige disciplina de migraciones; documentar el sistema real, con sus brechas, vale más que prometer. Dificultades: recursión en políticas RLS, sesión y onboarding pisándose, mapas sin coordenadas. Cerrar con la frase de la portada y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640080" y="82296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 </a:t>
            </a:r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Huellas · la red solidaria para las mascotas de Orán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Profesionalizantes III · Proyecto final · 2026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886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(completar)   ·   Docente: (completar)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11696" y="448056"/>
            <a:ext cx="2032243" cy="4270248"/>
          </a:xfrm>
          <a:prstGeom prst="roundRect">
            <a:avLst>
              <a:gd name="adj" fmla="val 989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1" name="Image 0" descr="C:\Users\dario\Documents\koko-app\docs\presentacion\img\movil-01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502920"/>
            <a:ext cx="192251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4721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perdidas en decenas de publicaciones que no se buscan, no se ubican y desaparecen del feed en horas.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075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directorio confiable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4048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qué veterinaria está de turno o atiende urgencias a la madrugada.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008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Denuncias sin respuesta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maltrato se comenta pero no se canaliza; quien denuncia no sabe qué pasó después.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941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Rescates sin apoyo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Cirugías y tratamientos dependen de cadenas de mensajes que se cortan.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760720" y="114300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132588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información sobre las mascotas de Orán está fragmentada en canales informales que no permiten buscar, ubicar ni hacer seguimiento."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 · Etapa 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web, accesible desde el celular, que centralice en una sola plataforma comunitaria la gestión de mascotas en la ciudad de Orán.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039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perdidas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328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Publicar, mapa, avistamientos sin cuenta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057400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2039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5328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filtros y contacto directo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2057400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20391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25328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verificado, de turno y 24 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918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456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QR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pública para la chapa de la mascota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91840" y="32918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74720" y="34747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747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977640" y="3456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evidencia y código de seguimiento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26480" y="32918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9360" y="347472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812280" y="3456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urgentes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alias para donar y necesidades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0515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destacados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788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 Reportar avistamiento sin cuenta (hasta 50 por publicación)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RF-25 QR único que no cambia al editar la mascota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RF-30 Código de seguimiento generado en la base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RF-22 Verificación de veterinarias por administración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RF-44 Notificación al dueño por cada respuesta en el chat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27889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RLS en las 10 tablas; la autoría la pone el servidor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QR generado en el dispositivo; recuperación sin enumerar cuentas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Usabilidad: mobile first, español, modo claro y oscuro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migraciones versionadas, lint, tests y PR obligatorio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GPS o cámara denegados no bloquean nada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C:\Users\dario\Documents\koko-app\docs\presentacion\img\casos-de-u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886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100584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CU-05 · Publicar mascota perdida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4630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usuario registrado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con la cámara, GPS opcional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Alternativas: sin sesión → login; sin GPS → dirección a mano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0" y="29718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CU-07 · Reportar avistamiento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visitante, sin cuenta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el servidor: 200 caracteres, coordenadas, tope de 50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el mapa y notifica al dueño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Clases: perfil y mascotas</a:t>
            </a:r>
            <a:endParaRPr lang="en-US" sz="1300" dirty="0"/>
          </a:p>
        </p:txBody>
      </p:sp>
      <p:pic>
        <p:nvPicPr>
          <p:cNvPr id="6" name="Image 0" descr="C:\Users\dario\Documents\koko-app\docs\presentacion\img\cla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023360" cy="3566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Secuencia: reportar avistamiento sin cuenta</a:t>
            </a:r>
            <a:endParaRPr lang="en-US" sz="1300" dirty="0"/>
          </a:p>
        </p:txBody>
      </p:sp>
      <p:pic>
        <p:nvPicPr>
          <p:cNvPr id="8" name="Image 1" descr="C:\Users\dario\Documents\koko-app\docs\presentacion\img\secu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234440"/>
            <a:ext cx="40233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C:\Users\dario\Documents\koko-app\docs\presentacion\img\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93776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77840" y="100584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577840" y="1508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223760" y="100584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2376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1508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577840" y="196596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7784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y triggers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223760" y="196596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2376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RLS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577840" y="30632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todas las tablas: lectura pública, escritura del dueño o admin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por DEFAULT auth.uid(): nadie publica a nombre de otro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es_admin no se puede escribir desde la app (permisos por columna + trigger)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 y códigos de seguimiento se generan en la base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916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TanStack Query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react-hook-form + Zod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(QR en el dispositivo)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16916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(nube)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RLS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email + código, recuperación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bucket public-files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(Stripe, deshabilitado)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051560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equipo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6916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Vitest (jsdom)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versionadas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ramas + Pull Request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en Markdown + PDF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RUP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234440" y="1097280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0" y="1280160"/>
            <a:ext cx="16916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26 jun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14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repositorio, migración a Supabase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365760" cy="3657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1280160"/>
            <a:ext cx="16916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6916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jun – 3 ago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514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esquema, RLS, Zod, tests, flujo de PR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40680" y="10972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1280160"/>
            <a:ext cx="16916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6916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21 ago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514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datos, autoría, avistamientos, PWA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109728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16916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entrega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2514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Documentación, brechas, pruebas, publicación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total: 8 semanas efectivas (Inicio 1 · Elaboración 2,5 · Construcción 2,5 · Transición 2). Riesgo principal cubierto: video de respaldo si falla la conexión en la demo.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cuenta: mapa y "La vi"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vecino reporta dónde vio a Toby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mascota perdida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con la cámara y ubicación GPS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2677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QR y ficha pública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523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Kiara: alergias, llamar, WhatsApp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una denuncia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3611F2CD → estado en revisión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51129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la veterinaria pendiente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41330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del chat en la campana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248656" y="813816"/>
            <a:ext cx="1947737" cy="4087368"/>
          </a:xfrm>
          <a:prstGeom prst="roundRect">
            <a:avLst>
              <a:gd name="adj" fmla="val 1032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0" name="Image 0" descr="C:\Users\dario\Documents\koko-app\docs\presentacion\img\movil-03-perdidas-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868680"/>
            <a:ext cx="1838009" cy="39776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306056" y="813816"/>
            <a:ext cx="1947737" cy="4087368"/>
          </a:xfrm>
          <a:prstGeom prst="roundRect">
            <a:avLst>
              <a:gd name="adj" fmla="val 1032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2" name="Image 1" descr="C:\Users\dario\Documents\koko-app\docs\presentacion\img\movil-14-ficha-publ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868680"/>
            <a:ext cx="1838009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y mejoras futuras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hoy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459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módulos con alta, edición y baja por su autor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 sin cuenta, visibles en el mapa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generado en el dispositivo y ficha pública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Denuncias con código único y moderación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veterinarias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por publicación con notificación al dueño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zona configurables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instalable, modo claro y oscuro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versión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6459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Donación con tarjeta (Stripe) y webhook de recaudación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y notificaciones en tiempo real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marca su mascota como encontrada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adopción: en proceso, adoptado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texto desde el inicio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dueño desde la ficha QR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Google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veterinarias editables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aprendizajes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desde el diseño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09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autoría del lado del servidor y funciones con privilegios acotados. Lo que se dejó para después costó el doble.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234440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sobre algo que funciona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709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terminó con una versión usable; los errores se encontraron probando en el celular.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realidad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310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con estado real y trazabilidad al código: el tribunal ve el sistema que existe.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09160" y="26517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2834640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310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Pull Requests revisados y una base compartida con reglas claras.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· github.com/luanasegobia/koko-app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Koko App · Conectando Huellas</dc:title>
  <dc:subject>PptxGenJS Presentation</dc:subject>
  <dc:creator>Equipo Koko App</dc:creator>
  <cp:lastModifiedBy>Equipo Koko App</cp:lastModifiedBy>
  <cp:revision>1</cp:revision>
  <dcterms:created xsi:type="dcterms:W3CDTF">2026-09-19T00:04:18Z</dcterms:created>
  <dcterms:modified xsi:type="dcterms:W3CDTF">2026-09-19T00:04:18Z</dcterms:modified>
</cp:coreProperties>
</file>